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is yours — the slide says the title. One sentence on what the project is and move.
TIMING: 20 minutes. Protect the results, slides 20 to 25, above everything else. If you are past 5 minutes when you leave the pipeline overview, speed up — the node slides are built to run at about 30 seconds each and they are deliberately uniform so the audience learns the layout once.
The three chips on the slide are there so the scale lands before you say anything: 280 runs, 215 injected faults, 4 sweeps.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worth saying: Verilog does not execute line by line like a normal programme. Everything happens at once, because it describes physical hardware. That is the single biggest source of confusion for a software audience.
DUT is the jargon they will hear for the rest of the talk — say it once here so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 the 60%: Foster 2022, the Wilson Research industry survey.
PAUSE after the box. That one sentence is the reason the whole project exists, and the rest of the talk only makes sense if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Plant them, do not answer them — the answers get their own slide at the end, and the payoff depends on them not being spoiled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build on AutoBench: it is the closest prior work on this exact task and it uses the standard benchmark, so our numbers sit on the same ground as theirs.
NOT ON SLIDE: they ran 156 circuits with GPT-4-turbo. We run a 20-circuit subset of the same benchmark, chosen as the hardest fifth, plus 12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boxes out. Point at the four blue ones and move. Leave by 5:00.
NOT ON SLIDE — mention it, it shows you read the paper properly: they have one thing we do not. They check that every scenario they planned actually made it into the generated testbench, retrying up to three times. We have no equivalent, and it is in our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model — a yes/no question from a paragraph does not need the expensive one.
NOT ON SLIDE: AutoBench does this differently — they have the AI write a sample of the circuit, then text-search it for a clock. We just ask the model.
IF ASKED how often it is wrong: we never traced a failure back to a wrong answer here. It is the easy part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it is not on the slide: for most of the pipeline we work with the AI's own version of the circuit, and only swap in the real one at marking. Two versions in play. We measured how far apart they get.
IF PUSHED: the 273/280 is the pin interface only — no equivalence check was run, so it bounds the structural side and says nothing about behaviour. The seven exceptions are all Prob150, under both models and all five settings, so it is that problem's description and not sampling noise. All seven fail Eval1 anyway.
IF ASKED why AutoBench does not do this: they argue mixing the two makes it impossible to tell a bad test from a bad design. Fair — our answer is the golden circuit at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out of AutoBench — their Stage 1. Nothing interesting happened here, and saying that plainly is better than padding it.
Thirty seconds. Move.
IF ASKED why not just re-read the description each time: the AI answers slightly differently each time it reads prose. Pinning it down once means every later step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eight is our own instruction, not a model limit. The prompt says “generate between 5 and 10 scenarios” and the distribution peaks at 8 and 9.
IF ASKED whether eight is enough: on a circuit with ten input bits there are 1,024 input combinations, so eight is under one percent of them. That is the honest reason our broken-copy detection falls from 95% on our small circuits to about half on the big benchmark ones — the bug lives in a case the eight never visit. Raising the count is in the report as future work.
IF ASKED about AutoBench: they check that every scenario they planned actually made it into the testbench, with up to three retries. We have no equivalent. Also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model — writing correct hardware code is genuinely hard.
NOT ON SLIDE: 92.5% compile but only 31% pass. That gap is where this project lives.
IF ASKED what the failures look like: almost all are wrong expected values rather than broken structure. 87%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Nothing here produced a finding.
NOT ON SLIDE — how this differs from AutoBench, worth one sentence: theirs is a bigger split. Their Verilog only drives the circuit and dumps what it sees to a text file, and Python does the judging. Ours is self-checking — the Verilog prints PASS or FAIL itself.
Ours is simpler and closer to what engineers actually write. Theirs separates the stimulus from the checking, which in principle allows more thorough checking. We did not test which is better and I would not guess.
IF ASKED why the two run in parallel: both read the same inputs and neither needs the other's output. Nothing is executing at this point — both steps are writing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It is on its own slide for completeness, not because it is interesting.
IF ASKED why it exists at all: the two previous steps run in parallel to save wall-clock time, and something has to wait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and it is only half on the slide: AutoBench has the same idea and for them it was the single biggest improvement in the paper — sequential compile rate 55% to 97%. Forty-two points. Ours fired six times in 188 runs.
That is not because ours is worse. The mistake it fixes has stopped happening. I show the number that proves it in the results.
IF ASKED for the proof now: the 182 runs where our script never fired still compile at 90.7%, against AutoBench's 55.5% without theirs.
IF ASKED why Python rather than a model: one correct answer, so a script is faster, free, and does the same thing every time. It also marks its own work so a second pass cannot double-insert.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give the performance number here — the results slide has it. Set it up and move.
THE TWO BOLD ROWS carry the argument. unobserved_output and missing_fdisplay are the ones nothing else can catch.
WHAT THIS DOES NOT DO — worth being clear if asked: it is not part of Eval0, 1 or 2. It runs before any of them, before anything is compiled or simulated. That earliness is the whole point — “early error localisation” in the title.
THE INFERENCE WORTH DRAWING, and it is the cleanest way to put the whole project: the checker detects 100% of these six in a controlled test, and in 280 real runs it found almost nothing. Both things being true means the real testbenches did not contain these mistakes. That is a statement about what current models produce, not about whether our tool works.
IF ASKED about coverage: the parser could only read 262 of 434 files. The rest use newer SystemVerilog syntax it does not support and fall back to a second parser that only checks validity. Real limitation, in the report. Worse, those unreadable files fail Eval1 far more often, so our result is measured on the healthier half.
IF ASKED whether we tuned the checks to flatter ourselves: we built seven and deleted one. It caught none of the five faults it was built for and raised the only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 ON SLIDE: because our reports were almost always clean, skipping the call made the static-only setting cheaper to run than doing nothing at all — 2% fewer tokens than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two safeguards. If the same error comes back twice we stop, because a fourth identical attempt will not work. And we keep the best version rather than the last, because repair rewrites the whole file and attempt three can be worse than attempt one. Without that a setting that repairs more could score worse, which an experiment cannot allow.
IF ASKED why three quarters fail: two patterns. Some regenerate a testbench failing the exact same scenarios — the diagnosis was not acted on. Others produce a different error every iteration until the budget runs out. Across fourteen multi-attempt runs, no error signature ever repeated. Prior work does not report this.
IF ASKED about the example: the repair worked at attempt 2 and the loop then undid it. Cause is on the gen_dut slide — our checker reads the generated circuit, marking uses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POINT. Spend your time here, not on the mechanics.
NOT ON SLIDE: AutoBench has no arm like this, so their reported gains cannot separate “the feedback worked” from “the model got another go”.
IF ASKED whose idea it was: ours, and it came from catching our own mistake. We re-audited the earlier results before building on them and found an apparent win was fake — all five of its static-triggered repairs traced to a single false positive. So that setting was really just one extra attempt, and nothing could tell the two apart. The control was built to expose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Eval2's 95% on our own circuits is a ceiling, not a result, and I would say so before being asked. Our circuits are too small for a bug to hide in. We tested that rather than assuming — regenerating the broken copies with a better model moved the score one point; swapping in bigger circuits moved it forty-four.
IF ASKED how 31% compares: AutoBench report 37% on clocked circuits, and ours are mostly clocked and the hardest fifth of their benchmark. Same range.
IF ASKED whether our 95 beats their 44.8: it does not — they measure agreement with a reference testbench at an 80% threshold. Under their rule we get 20% against their 26%. Next section has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215 faults, eight kinds, injected into testbenches that already passed. The checker localises to the right signal as well as the right class, not just “something is wrong”.
IF ASKED how we know the injected faults were legal Verilog: an injector that produced a syntax error would score as the compiler catching a fault the injector itself created. Mutations must produce legal code, and injectors that cannot mutate cleanly decline — those cases are excluded from the denominator.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EACH NUMBER COMES FROM, in case any one of them is queried.
92.5% — our compile rate pooled over both models. Half our runs deliberately used a cheap model they never tested, which drags it down.
98.7% — the same measure on the strong model alone. That is the like-for-like comparison with their 95.7%, because they used one good model throughout.
31.4% — our pass rate against the real circuit, pooled. Low because these are the hardest fifth of their benchmark and three quarters of them are clocked, meaning the circuit has memory and a clock. Clocked circuits are the hard case for everyone: you have to get the timing right as well as the values.
51.5% and 37.1% — theirs, across all circuits and across clocked ones only. Compare against 37.1, not 51.5.
95% — our broken-copy detection. This counts individual broken copies caught, on our own small circuits. A one-bit flip-flop has nowhere for a bug to hide, so almost everything gets caught. It is a ceiling, not a result.
44.8% — theirs, and NOT the same measure. They count a circuit as passed only if the testbench agrees with a reference testbench on at least 80% of the broken copies. Per-circuit with a threshold, against our per-copy raw rate.
20% — our runs scored under their rule instead of ours: 4 of the 20 benchmark circuits cleared their 80% bar. That is the only honest comparison on this row, and it goes against their 26%.
IF ASKED WHAT CHANGED BETWEEN 95 AND 20 — two things at once, so do not let it be read as one. The circuits got harder AND the scoring rule changed. The number that separates them is our raw detection on their circuits: about 54% with the weak model and 67% with the strong one. So harder circuits take it from 95 to roughly 60, and their stricter rule takes it from there to 20.
IF ASKED WHAT n=20 MEANS: we tested 20 circuits, so 20% is 4 of them. With a sample that small the true value could plausibly sit anywhere from about 8% to 42%. Their 26% is inside that range, so neither of us is measurably ahead. I would not claim a ranking from 20 circuits and I do not.
NOT ON SLIDE: the pilot behind the ceiling claim was pre-registered — we wrote the criteria down before generating anything. Better broken copies moved the score one point; different circuits moved it forty-four.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44 is 12 of our circuits on the strong model, the same 12 on the weak one, and 20 benchmark circuits — so 44 runs per setting, 220 in these three sweeps.
The statistics: ours versus the control is McNemar p = 0.372. The control versus plain is p = 1.000, which is the useful one — a blind extra attempt is worth nothing, so any real gain has to sit on the diagnosis.
IF ASKED about the noise floor: those two settings ran identical logic because our checker never fired, and still landed three circuits apart. That is the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DISCLOSE THIS BEFORE THEY FIND IT: our full version is also the only setting that can act on simulation feedback, which drove 79 of the 90 informed repairs. So its lead cannot be credited to our checker, and there is no simulation-only arm to separate them. That is a gap in our design and it is in the report. Volunteering it reads as confidence; being caught on it does not.
NOT ON SLIDE: 102 runs attempted a repair and 26 succeeded, about one in four.
Do not apologise here. It is a discovery,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BOUNDARY: the measurements are solid — 87% of failures are semantic, the checker fired once. The explanation on the left and right is a reasonable reading of that, not something we ran an experiment on. Say so if pushed; it costs nothing and being caught overclaiming costs a lot.
IF ASKED what would bring structural faults back: larger designs, or smaller and older models. Both are untested and both are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per run at the strong tier it is about 7 cents for plain, 10 for ours, 11 for the control.
THE NUANCE WORTH SAYING: our layer is nearly free and nearly useless against current models. Those are not in tension — free means there is little reason to remove it, in case a weaker or older model is the one 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 they have seen all four answers already. The line that matters is the last one: a negative answer with a validated instrument behind it is worth more than a positive one without.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project succeeded, the precise answer: we set out to find whether you can localise testbench errors before simulation. You can — completely, for the faults it targets, including ones nothing else sees. But against current models there is little left to find. We can say that with confidence rather than as a guess, because we validated the tool separately and ran a control group.
IF ASKED what you would do differently: run a simulation-only arm to separate the two feedback sources, and use bigger circuits so the broken-copy score discriminates.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classify</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counter_4bit — the description in, the verdict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 synchronous 4-bit up counter</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with synchronous reset”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SEQ</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188 / 92</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vs combinational,</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across 280 runs</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gen_dut</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wrote for counter_4bit — identical interface to the reference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module counter_4bit(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output [3:0] 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273 / 280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circuits it wrote match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reference exactly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extract_spec</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structured spec it produced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(1 bit), rst (1 bit)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 (4 bits)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timing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synchronous, posedge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same as theirs</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we copied this step from</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AutoBench directly</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gen_scenarios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scenarios it chose for counter_4bit, and how each one did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scenario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normal_increment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reset_to_zero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wrap_around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increment_from_zero_to_five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hold_value_on_reset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increment_to_fourteen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~8</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test cases generated per run</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gen_driver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how it wires the circuit up inside the testbench</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counter_4bit dut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.clk(clk),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.rst(rst),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92.5%</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testbenches it wrote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compiled successfully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gen_checker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Python checker, written alongside</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same spec and scenarios as the previous step and writes a small Python programme for reading a testbench's output and deciding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comes from AutoBench's structure, where the Verilog drives the circuit and Python judges the result. It needs nothing from the testbench, so the two are generated at the same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it runs beside gen_driver, not after it — neither needs the other</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spec + scenarios</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gen_driver   →  testbench.v</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gen_checker  →  checker.py</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in parallel</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generated alongside the testbench,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not after it</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Ours carries less of the load than AutoBench's, because our testbench prints its own PASS and FAIL verdicts.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merge_generation</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Nothing at all. It is a waiting point.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two branches rejoin here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gen_driver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merge  →  next step</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gen_checker  ┘</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AI calls — it is pure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control flow</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standardise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inserts, and how it marks its own work</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[standardised]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$monitor("out = %b", out);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it skips anything already marked</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6 / 188</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runs where it had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anything to fix</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AutoBench's version of this step was their single biggest win — worth 42 points. Ours does almost nothing.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pyverilog_analysis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Nothing is simulated.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Two of the six catch faults that nothing else can see: an output nobody checks, and a clocked output that is never printed. If the testbench stops looking, running it passes.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six checks, and what each one catches</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catches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port_binding_mismatch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pin wired to the wrong name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width_mismatch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3-bit signal in a 4-bit port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undriven_input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input never given a 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unobserved_output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output nobody ever checks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missing_fdisplay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clocked output never printed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clock_never_toggled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 that never ticks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100%</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detection on every fault class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it was built for</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Zero false alarms on clean testbenches. This is the core contribution — the next section shows how we measured it.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error_reasoner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machine report in, instruction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unobserved_output: q</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“the output q is never printed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add a display after each check”</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skipped when clean</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 AI call is made if the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report found nothing</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repair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diagnosis is only worth having if something acts on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one repair our checker ever triggered, iteration by iteration</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what the checker saw</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and reset not connected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  — the repair 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problem came back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26 / 102</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repair attempts that ended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in a working testbench</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regenerate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control against the plain version, over 44 circuits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baseline — one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retry_only — a blind second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13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difference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circuit  ·  p = 1.000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2A78D6"/>
                </a:solidFill>
                <a:latin typeface="Cambria" pitchFamily="34" charset="0"/>
                <a:ea typeface="Cambria" pitchFamily="34" charset="-122"/>
                <a:cs typeface="Cambria" pitchFamily="34" charset="-120"/>
              </a:rPr>
              <a:t>worth nothing</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 blind second attempt did not</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beat doing nothing at all</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evaluate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one run's scorecard — counter_4bit</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Eval0  — compiles?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Eval1  — works on the real circuit?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of 11 scenarios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Eval2  — catches broken copies?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not reached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92.5 / 31.4 / 95</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compiles  ·  works  ·  catches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broken copies   (%)</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188720"/>
                <a:gridCol w="3977640"/>
                <a:gridCol w="1371600"/>
                <a:gridCol w="2468880"/>
                <a:gridCol w="190195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Read it as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the testbench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98.7% on our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against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ours are mostly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catch deliberately broken copies?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44.8%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NOT comparable — different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52514E"/>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…scored under AutoBench's own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no ranking at n=20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809744"/>
            <a:ext cx="4768596" cy="292608"/>
          </a:xfrm>
          <a:prstGeom prst="rect">
            <a:avLst/>
          </a:prstGeom>
          <a:noFill/>
          <a:ln/>
        </p:spPr>
        <p:txBody>
          <a:bodyPr wrap="square" lIns="0" tIns="0" rIns="0" bIns="0" rtlCol="0" anchor="ctr"/>
          <a:lstStyle/>
          <a:p>
            <a:pPr indent="0" marL="0">
              <a:buNone/>
            </a:pPr>
            <a:r>
              <a:rPr lang="en-US" sz="1300" b="1" spc="110" kern="0" dirty="0">
                <a:solidFill>
                  <a:srgbClr val="EB6834"/>
                </a:solidFill>
                <a:latin typeface="Calibri" pitchFamily="34" charset="0"/>
                <a:ea typeface="Calibri" pitchFamily="34" charset="-122"/>
                <a:cs typeface="Calibri" pitchFamily="34" charset="-120"/>
              </a:rPr>
              <a:t>Why our Eval2 is not a win</a:t>
            </a:r>
            <a:endParaRPr lang="en-US" sz="1300" dirty="0"/>
          </a:p>
        </p:txBody>
      </p:sp>
      <p:sp>
        <p:nvSpPr>
          <p:cNvPr id="8" name="Text 5"/>
          <p:cNvSpPr txBox="1"/>
          <p:nvPr/>
        </p:nvSpPr>
        <p:spPr>
          <a:xfrm>
            <a:off x="877824"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95% is a ceiling — our own test circuits are too small for a bug to hide in. We checked: better broken copies moved the score one point, bigger circuits moved it forty-four. So it measures our choice of circuits, not our testbenches.</a:t>
            </a:r>
            <a:endParaRPr lang="en-US" sz="1300" dirty="0"/>
          </a:p>
        </p:txBody>
      </p:sp>
      <p:sp>
        <p:nvSpPr>
          <p:cNvPr id="9" name="Shape 6"/>
          <p:cNvSpPr/>
          <p:nvPr/>
        </p:nvSpPr>
        <p:spPr>
          <a:xfrm>
            <a:off x="6323076"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809744"/>
            <a:ext cx="4768596" cy="292608"/>
          </a:xfrm>
          <a:prstGeom prst="rect">
            <a:avLst/>
          </a:prstGeom>
          <a:noFill/>
          <a:ln/>
        </p:spPr>
        <p:txBody>
          <a:bodyPr wrap="square" lIns="0" tIns="0" rIns="0" bIns="0" rtlCol="0" anchor="ctr"/>
          <a:lstStyle/>
          <a:p>
            <a:pPr indent="0" marL="0">
              <a:buNone/>
            </a:pPr>
            <a:r>
              <a:rPr lang="en-US" sz="1300" b="1" spc="110" kern="0" dirty="0">
                <a:solidFill>
                  <a:srgbClr val="2A78D6"/>
                </a:solidFill>
                <a:latin typeface="Calibri" pitchFamily="34" charset="0"/>
                <a:ea typeface="Calibri" pitchFamily="34" charset="-122"/>
                <a:cs typeface="Calibri" pitchFamily="34" charset="-120"/>
              </a:rPr>
              <a:t>Why the rest is a fair comparison</a:t>
            </a:r>
            <a:endParaRPr lang="en-US" sz="1300" dirty="0"/>
          </a:p>
        </p:txBody>
      </p:sp>
      <p:sp>
        <p:nvSpPr>
          <p:cNvPr id="11" name="Text 8"/>
          <p:cNvSpPr txBox="1"/>
          <p:nvPr/>
        </p:nvSpPr>
        <p:spPr>
          <a:xfrm>
            <a:off x="6560820"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Our 20 benchmark circuits are the hardest fifth of theirs, and three quarters are clocked — the hard case. Where the measures line up we are in the same range, with a newer model, on harder circuits.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2026-09-24T02:34:51Z</dcterms:created>
  <dcterms:modified xsi:type="dcterms:W3CDTF">2026-09-24T02:34:51Z</dcterms:modified>
</cp:coreProperties>
</file>