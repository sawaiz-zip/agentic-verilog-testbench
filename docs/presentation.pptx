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minutes. Protect slides 10 to 14 — the results — above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slowly. It is the reason the project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it, do not elaborate, move on. You return to each half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slide. Point at it. Mention their scenario check — it shows you read the paper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generating the circuit contaminates results: we measured it. 273 of 280 runs match the reference interface; all 7 exceptions are one circuit. Backup slide B5.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bold rows are the argument. Slow down. Reporting a deleted check earns credit — it shows the checks were measured, not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Better mutants moved the score 1 point. Different circuits moved it 44. Backup slide B3.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strongest slide. Pure good news, fully defensible. The controls are why nobody has to take your word that the fault set was not cherry-picked.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disclose before anyone asks: hybrid is also the only arm that can act on simulation feedback, so even its lead cannot be credited to the static layer. There is no simulation_only arm. That is a gap in our design and it is in the report. Saying it first reads as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apologise here. Deliver it as a discovery. The pivot sentence is: we know it is the models and not the tool, because we measured the tool separately.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two are false negatives — bugs that HIDE problems and look like success. Neither was caught by the normal test suite. Both were caught by the fault-injection study. That is the argument for building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the project was a success: a measured negative is a better outcome than an unmeasured positive.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LLM-Driven Verilog Testbench Generation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FB4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Pyverilog-Based Early Error Localization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Sawaiz Naveed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439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Bing Wen  ·  TU Ilmenau  ·  Research Project S6.ReKI.1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863840" y="41330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0" y="4133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runs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326880" y="41330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0" y="4133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 injected faults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789920" y="41330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0" y="4133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sweeps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the effort is verification — and the loop is slow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3453384" cy="2286000"/>
          </a:xfrm>
          <a:prstGeom prst="roundRect">
            <a:avLst>
              <a:gd name="adj" fmla="val 320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435608"/>
            <a:ext cx="301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112264"/>
            <a:ext cx="301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chip design effort goes to verification, not design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990088"/>
            <a:ext cx="301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Foster 2022, Wilson Research survey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67784" y="1234440"/>
            <a:ext cx="3453384" cy="2286000"/>
          </a:xfrm>
          <a:prstGeom prst="roundRect">
            <a:avLst>
              <a:gd name="adj" fmla="val 320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87240" y="1435608"/>
            <a:ext cx="301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587240" y="2112264"/>
            <a:ext cx="301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testbenches compile cleanly and still test the wrong thing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87240" y="2990088"/>
            <a:ext cx="301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syntactically right, functionally wrong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5488" y="1234440"/>
            <a:ext cx="3453384" cy="2286000"/>
          </a:xfrm>
          <a:prstGeom prst="roundRect">
            <a:avLst>
              <a:gd name="adj" fmla="val 320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14944" y="1435608"/>
            <a:ext cx="301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14944" y="2112264"/>
            <a:ext cx="301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find out is to run a full simulation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14944" y="2990088"/>
            <a:ext cx="301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iteration, every iteration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testbench that stops checking an output PASSES — because it is no longer looking. No amount of simulation finds that.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E8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ENDS 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results, and only one of them is a surprise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71516" cy="2286000"/>
          </a:xfrm>
          <a:prstGeom prst="roundRect">
            <a:avLst>
              <a:gd name="adj" fmla="val 3200"/>
            </a:avLst>
          </a:prstGeom>
          <a:solidFill>
            <a:srgbClr val="1D3055"/>
          </a:solidFill>
          <a:ln w="12700">
            <a:solidFill>
              <a:srgbClr val="1D3055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77356" y="1481328"/>
            <a:ext cx="5271516" cy="2286000"/>
          </a:xfrm>
          <a:prstGeom prst="roundRect">
            <a:avLst>
              <a:gd name="adj" fmla="val 3200"/>
            </a:avLst>
          </a:prstGeom>
          <a:solidFill>
            <a:srgbClr val="1D3055"/>
          </a:solidFill>
          <a:ln w="12700">
            <a:solidFill>
              <a:srgbClr val="1D3055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719072"/>
            <a:ext cx="4722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FD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12848"/>
            <a:ext cx="4722876" cy="7306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D7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tool that finds testbench bugs without running anything. It catches 100% of every fault class it was designed for — including 30 faults that neither the compiler nor the simulator can see.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51676" y="1719072"/>
            <a:ext cx="4722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9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is barely needed.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212848"/>
            <a:ext cx="4722876" cy="4014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D7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AI models have almost stopped making those mistakes. Across 280 runs it triggered exactly one repair.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605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halves are results. The second is only believable because we measured the first one separately — and that is what the rest of this talk is about.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AutoBench — and the two gaps we build 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Qiu et al., MLCAD 2024 · 156 VerilogEval circuits · GPT-4-turbo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25796" cy="3017520"/>
          </a:xfrm>
          <a:prstGeom prst="roundRect">
            <a:avLst>
              <a:gd name="adj" fmla="val 2424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178308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58568"/>
            <a:ext cx="467715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Six-stage LLM pipeline: classify, spec, scenarios, driver, checker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Self-enhancement: scenario checks, auto-debug, restart up to 5x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Eval0 95.7%  ·  Eval1 51.5%  ·  Eval2 44.8%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3076" y="1600200"/>
            <a:ext cx="5225796" cy="3017520"/>
          </a:xfrm>
          <a:prstGeom prst="roundRect">
            <a:avLst>
              <a:gd name="adj" fmla="val 2424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60820" y="178308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gaps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97396" y="2258568"/>
            <a:ext cx="46771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parse the Verilog.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detection is text search, compiler messages and simulation. Nothing checks structure before running.
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 arm.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pipeline also gives the model more attempts. A gain could be the feedback — or just the extra try. Their experiment cannot tell.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two gaps are exactly what we add. The first is our technical contribution — the second turned out to matter more.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problem, two architectures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263" y="960120"/>
            <a:ext cx="7632834" cy="5577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03920" y="13258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are ours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1783080"/>
            <a:ext cx="304495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generate the circuit too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parse the Verilog before running anything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 findings into instructions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added a blind-retry control arm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4206240"/>
            <a:ext cx="3044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thing they have that we do not: they check that every planned scenario actually reaches the driver. We have no equivalent — it is in our future work.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OF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testbench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nodes — only one of them is ours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799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combinational or sequential? (cheap 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the circuit itself — AutoBench never does this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extract_spec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description into a structured port and behaviour list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gen_scenarios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invents about eight named test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gen_driver  |  gen_checker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testbench and a Python checker, generated in parallel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merge_generation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waits for both branches before moving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57200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77824" y="4718304"/>
            <a:ext cx="1043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generate the circuit at all?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realistic flow — description, design, then test. And it keeps marking honest: the known-correct circuit is locked away and used only at the very end, so the model can never copy the answers from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OF 3  ·  OUR CONTRIBUTION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it before running anything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structural checks, run on the parsed Verilog — no simulation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5577840"/>
                <a:gridCol w="2651760"/>
                <a:gridCol w="267919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 sees 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 sees 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 bound to the wrong 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 width does not match the 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input is never driven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output is never checked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sequential output is never printed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clock never toggles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77824" y="5029200"/>
            <a:ext cx="10433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deleted one of our own checks.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caught 0 of the 5 faults it was built for and raised a false alarm on a correct testbench. A check with no recall and false alarms is worse than no check — it wastes the repair budget.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OF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it, then mark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225796" cy="2834640"/>
          </a:xfrm>
          <a:prstGeom prst="roundRect">
            <a:avLst>
              <a:gd name="adj" fmla="val 258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41732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  ·  regenerate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74520"/>
            <a:ext cx="4677156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repair: rewrite the testbench given an error report. Max 3 attempts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oscillation detection — same error twice, stop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best-so-far retention — keep the best version, not the last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rewrite it told nothing. The control arm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234440"/>
            <a:ext cx="5225796" cy="2834640"/>
          </a:xfrm>
          <a:prstGeom prst="roundRect">
            <a:avLst>
              <a:gd name="adj" fmla="val 258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60820" y="141732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97396" y="1874520"/>
            <a:ext cx="4677156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Eval0 — does it compile?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Eval1 — does it pass against the known-correct circuit?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Eval2 — does it catch 5 deliberately broken copies?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full telemetry: every call, tokens, latency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Best-so-far retention matters more than it sounds: without it, a mode that repairs MORE could score WORSE — not a property an experiment may have.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levels, and what came out of 280 runs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2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00556"/>
            <a:ext cx="7040880" cy="3051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863840" y="146304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 not dress up 31%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1920240"/>
            <a:ext cx="3685032" cy="5769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hardest quintile of the benchmark and mostly sequential circuits. The prior work reports 37% on sequential circuits, so this is the same range.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4864608"/>
            <a:ext cx="10908792" cy="1097280"/>
          </a:xfrm>
          <a:prstGeom prst="roundRect">
            <a:avLst>
              <a:gd name="adj" fmla="val 6667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77824" y="4992624"/>
            <a:ext cx="1043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on Eval2.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looks very high — 95% — but that is a ceiling caused by our own test circuits being too small for a bug to hide in. We proved it by swapping the mutants and the circuits one at a time. We report it as a limitation, not a result.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DOES IT ACTUALLY WORK?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 faults injected. Three detectors scored.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3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86051"/>
            <a:ext cx="7955280" cy="53430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95360" y="1371600"/>
            <a:ext cx="2953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176272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 fault class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designed for  (201/201)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852928"/>
            <a:ext cx="2953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65760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testbenches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4334256"/>
            <a:ext cx="2953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5138928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33 faults invisible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compiler AND simulator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580644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greyed rows are negative controls — built to be undetectable. Static scores zero on them, exactly as predicted.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 ·  THE CONTROL ARM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modes — the same 13 nodes, one switch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the pipeline allowed to try again?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do after the first draft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it — told NOTHING about what was wrong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it, only if it did not compile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pyverilog_only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it, only if our checker complained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it for any of those reasons 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600200"/>
            <a:ext cx="3867912" cy="3840480"/>
          </a:xfrm>
          <a:prstGeom prst="roundRect">
            <a:avLst>
              <a:gd name="adj" fmla="val 1905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918704" y="178308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 this avoids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240280"/>
            <a:ext cx="33192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hybrid beats baseline, two explanations fit equally well: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feedback found the problem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model just got a second try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never gets a second try, so the comparison cannot separate them. retry_only takes that second try with zero information.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727448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 must beat retry_only, not merely baseline.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AutoBench has no arm like this — so their reported gains cannot separate those two explanations. This is our clearest methodological contribution.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·  DOES THE FEEDBACK HELP?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cost us our own headline number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4-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61440"/>
            <a:ext cx="7772400" cy="431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412480" y="137160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in this order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828800"/>
            <a:ext cx="313639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beats baseline by 6 circuits — looks like a clear win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beats the fair control by 5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two arms running identical logic sat 3 apart — that is the noise floor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412480" y="4114800"/>
            <a:ext cx="3136392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31936" y="4279392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no significant advantage rather than the 13.6-point win the naive comparison gives. Building the control caught our own overclaim.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280 runs, our layer triggered one repair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5-trigg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3372"/>
            <a:ext cx="7955280" cy="379405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95360" y="1325880"/>
            <a:ext cx="2953512" cy="4114800"/>
          </a:xfrm>
          <a:prstGeom prst="roundRect">
            <a:avLst>
              <a:gd name="adj" fmla="val 2477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833104" y="1517904"/>
            <a:ext cx="2496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broken tool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869680" y="2011680"/>
            <a:ext cx="24048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 proved it catches 100% of what it is built for.
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defects simply are not there any more.
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of our observed failures are semantic — the wiring is perfect, the expected answer is wrong. No structural check can catch that.
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pyverilog_only repaired 0 times in 44 runs.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·  THE SHELF-LIFE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defect their fix corrected stopped happening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6-comp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4444"/>
            <a:ext cx="7863840" cy="40547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03920" y="146304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proof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1920240"/>
            <a:ext cx="3044952" cy="8659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AutoBench's biggest single gain was a script worth +42 points of sequential compile rate. Ours fired 6 times in 188 runs.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182 sequential runs where it never fired at all still compile at 90.7% — against their un-standardised 55.5%.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in this field have a shelf life, and nobody measures it. That is a finding about the field, not just about our pipeline.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went wrong, and what we did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353312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Pyverilog could not read 40% of the files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353312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write SystemVerilog; Pyverilog targets Verilog-2001. We added a Verible fallback on day one, so “tool gave up” is distinguishable from “file is clean”.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68296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77824" y="2487168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bug made the whole static arm inert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487168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newline glued two files together — every parse failed, and an empty report looks exactly like a clean one. Parse went 0/8 to 7/8 once found.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02152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77824" y="362102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search treated comments as code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3621024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named ..._overflow made an unchecked overflow output look observed. Detection for that class went 47% to 100% after blanking strings and comments.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636008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475488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bigger than the effect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4754880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temperature 0.7 identical configurations differ by several circuits. We measured the noise floor instead of ignoring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E8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contributes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2344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graph-based pipeline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184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nodes, LangGraph, 5 configurations, 280 runs, full telemetry. Open source.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0216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711696" y="12344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localiser measured, not asserted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11696" y="16184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every class in scope, 0 false positives, 30 faults invisible to both the compiler and the simulator.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6060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arm the prior work lacks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9900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finding that it changes the conclusion — it cost us our own headline.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00216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6060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shelf-life result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29900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defect class behind prior work's biggest gain has largely disappeared from current models.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138928"/>
            <a:ext cx="10360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tool, proved it works, and proved it is no longer needed. Only the second half is surprising — and we could only find it because we measured both halves separately.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there are backup slides for the detail.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across 4 sweeps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faults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~$16.50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API spend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of report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8521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github.com/Sawaiz-zip/agentic-verilog-testbench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1630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results/RESULTS.md traces every number in this talk to its raw records</a:t>
            </a:r>
            <a:endParaRPr lang="en-US" sz="1200" dirty="0"/>
          </a:p>
        </p:txBody>
      </p:sp>
      <p:pic>
        <p:nvPicPr>
          <p:cNvPr id="14" name="Image 0" descr="/Users/sawaiznaveed/Ilmenau Uni/ResearchProject/docs/figures/shots/results-m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71600"/>
            <a:ext cx="3776472" cy="18836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13 nodes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writes it, phase 2 checks it, phase 3 fixes and marks it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670255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combinational or sequential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the circuit from the 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extract_spec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ports, behaviour, timing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gen_scenarios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 named test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gen_driver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Verilog testbench — the main artefact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gen_checker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Python checker, generated in parallel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merge_generation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 barrier for the two branches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$monitor / clock insertion (SEQ only)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pyverilog_analysis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AST checks — the 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error_reasoner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into actionable instructions; skipped when clean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given an error report, max 3 iterations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told nothing — the control arm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Eval0/1/2 plus mutants and telemetry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Eval2 beats theirs” — it does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measurements, and ours is at a ceiling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206240"/>
                <a:gridCol w="36850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AutoBench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with the golden testbench at 80%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fraction of mutants detected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rule applied to 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44.8% total  ·  26.0% sequential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(strong model)  ·  10% (weak)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comparison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26.0% sequential — ours are 75% sequential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20%, n=20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comparable measure it is 20% against their 26% at n=20 — no ranking is established in either direction. At Eval1 we are at 50% against their 37%.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Were your mutants too easy?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rather than assuming — pre-registered pilot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859536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2103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circuits, original mutants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circuits, BETTER mutants (strong model, their prompt, equivalents filtered)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BENCHMARK circuits, AutoBench's own published mutants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mutants moved it one point. Different circuits moved it forty-four. The cause is fixture size, not mutant quality.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files Pyverilog could not read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selection effect, not merely a gap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1090879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Pyverilog parsed 262 of 434 analyses. The other 172 fell back to Verible, which gives a syntax verdict only — none of the six checks ran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still says parse_ok, which is why a per-sweep report shows zero parse failures. Use the parser breakdown, not that line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Pyverilog could read pass Eval1 at 45.6%; runs that fell back pass at 6.0% (Fisher p &lt; 0.0001)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coverage tracks model strength: 60% under the strong model against 42% under the weak one on the same circuits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null result holds over the 262 analyses where the checks actually ran — and that is the healthier subset. A full SystemVerilog parser might answer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generating the circuit contaminate the results?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all 280 runs, not argued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48656" cy="1920240"/>
          </a:xfrm>
          <a:prstGeom prst="roundRect">
            <a:avLst>
              <a:gd name="adj" fmla="val 381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801368"/>
            <a:ext cx="4700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273 / 280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whose generated design matches the golden port interface  (97.5%)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0216" y="1600200"/>
            <a:ext cx="5248656" cy="1920240"/>
          </a:xfrm>
          <a:prstGeom prst="roundRect">
            <a:avLst>
              <a:gd name="adj" fmla="val 381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74536" y="1801368"/>
            <a:ext cx="4700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574536" y="26060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differ — all of them the same circuit, Prob150, which invents a clock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94760"/>
            <a:ext cx="1090879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under both models and in all five modes — that problem's description, not sampling noise. All 7 fail Eval1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comparison only: no equivalence check was run, so this bounds the structural side and proves nothing about the other 273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separate analysis-level check found 7 problems against the golden design where the generated pairing found 2 — co-generation understated our findings, it does not explain the null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static-triggered repair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Prob150_review2015_fsmonehot, hybrid, strong sweep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8778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4297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analysis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testbench generated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on clk and reset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 failure triggered a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static-triggered repair — it worked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return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compile-triggered regeneration undid the fix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worked and the loop then undid it. The cause: the localiser reads the generated design while evaluation compiles against the golden one.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against quality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per run, pooled over 220 runs</a:t>
            </a:r>
            <a:endParaRPr lang="en-US" sz="1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828800"/>
                <a:gridCol w="3776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vs 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pyverilog_only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costs nothing, gains 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efficiency winner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quality, worst cost, not significant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compiler_only buys 7 points of Eval1 for 6% more tokens. Total spend across every experiment: about $16.50.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everything lives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github.com/Sawaiz-zip/agentic-verilog-testbench</a:t>
            </a:r>
            <a:endParaRPr lang="en-US" sz="1500" dirty="0"/>
          </a:p>
        </p:txBody>
      </p:sp>
      <p:pic>
        <p:nvPicPr>
          <p:cNvPr id="5" name="Image 0" descr="/Users/sawaiznaveed/Ilmenau Uni/ResearchProject/docs/figures/shots/repo-tr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600200"/>
            <a:ext cx="4645152" cy="2313432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749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13 nodes, graph, state, LLM wrapper, analysis and eval modules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prompts/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Jinja templates — frozen at a tagged commit before experiments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scripts/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sweep runner, injection study, report renderer, figure generator, verifiers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results/RESULTS.md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number in this talk, traceable to the raw records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results/&lt;sweep&gt;/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JSON per run: both artefacts, every call, findings, repair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offline tests, zero API tokens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/Users/sawaiznaveed/Ilmenau Uni/ResearchProject/docs/figures/shots/results-m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4087368"/>
            <a:ext cx="4645152" cy="2313432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scripts/show_run.py &lt;run_id&gt; extracts any run's Verilog as real files — generated design, golden design, testbench, simulator output.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 repairs fail?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runs attempted a repair; 26 succeeded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3361944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819656"/>
            <a:ext cx="28133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24328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attempted a repair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13504" y="1600200"/>
            <a:ext cx="3361944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87824" y="1819656"/>
            <a:ext cx="28133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87824" y="2624328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ended up passing  (25.5%)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6928" y="1600200"/>
            <a:ext cx="3361944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61248" y="1819656"/>
            <a:ext cx="28133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61248" y="2624328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signatures ever repeated across 14 multi-attempt runs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1090879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runs regenerate a testbench that fails the IDENTICAL scenario set — the diagnosis was not acted on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produce a different error every iteration until the budget runs out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seventeen ended one or two scenarios short of passing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does not report this failure structure at all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LLM-Driven Verilog Testbench Generation</dc:title>
  <dc:subject>PptxGenJS Presentation</dc:subject>
  <dc:creator>Muhammad Sawaiz Naveed</dc:creator>
  <cp:lastModifiedBy>Muhammad Sawaiz Naveed</cp:lastModifiedBy>
  <cp:revision>1</cp:revision>
  <dcterms:created xsi:type="dcterms:W3CDTF">2026-09-23T22:42:21Z</dcterms:created>
  <dcterms:modified xsi:type="dcterms:W3CDTF">2026-09-23T22:42:21Z</dcterms:modified>
</cp:coreProperties>
</file>