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
LIKELY QUESTIONS
Q: How long did this take?
A: One semester. Twenty weeks, five phases, from literature to report.
Q: Summarise the contribution in one sentence.
A: A tool that finds testbench bugs before running anything, measured properly, plus the finding that current models have largely stopped making the bugs it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
LIKELY QUESTIONS
Q: Why Verilog and not SystemVerilog?
A: The benchmark ships Verilog, and the parser we use targets it. The models often write SystemVerilog anyway, which is where our parse-coverage problem comes from.
Q: Why not formal verification instead of testbenches?
A: Different tool for a different job, and out of scope. Testbench generation is what the prior work does and what the project brief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
LIKELY QUESTIONS
Q: Is the 60% figure still current?
A: It is from the 2022 Wilson Research survey — the standard citation. I would not claim precision beyond about three-fifths.
Q: Why not just write testbenches by hand?
A: People do, and that is the cost. The question is whether a model can take some of it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
LIKELY QUESTIONS
Q: Who set these questions?
A: They come from the project brief, refined with my supervisor after the scope was confirmed in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
LIKELY QUESTIONS
Q: Why not just use AutoBench directly?
A: We do use its structure. The project is about what it leaves out: it never reads the Verilog, and it has no control group.
Q: Did you contact the authors?
A: No. Their mutants and numbers are published, which is what the comparison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WHICH MODEL DOES WHAT, if asked — we route by difficulty to keep the cost down:
  strong (claude-sonnet-4.5): writes the circuit, the spec, the testbench, the Python checker, the error reasoning, and every repair.
  cheap (gpt-4o-mini): the combinational-or-sequential decision, the scenario list, and the broken copies used for scoring.
The rule is simple: anything that writes Verilog gets the strong model; anything that classifies or lists gets the cheap one.
THE CIRCUITS, if asked — 32 in total, in two sets.
  12 of our own: 6 combinational, 6 sequential. Six are the small originals — dff, alu_1bit, mux2to1, comparator_2bit, priority_encoder, shift_register. The other six were purpose-built to be hard enough for the checks to fire at all: alu_8bit, barrel_shifter_8bit, bcd_to_7seg, fsm_sequence_detector, fifo_8x8, traffic_light_fsm.
  20 from the public benchmark: 16 sequential, 4 combinational — the hardest fifth of their 156, chosen before any run.
WHY SIX WERE PURPOSE-BUILT: the originals were 8 to 17 lines with two to four unambiguous ports, so four of the checks could not physically fire on them. You cannot wire a pin to the wrong name if there are only two pins.
NOT ON SLIDE — mention it, it shows you read the paper properly: they have one thing we do not. They check that every scenario they planned actually made it into the generated testbench, retrying up to three times. We have no equivalent, and it is in our future work.
LIKELY QUESTIONS
Q: Why LangGraph rather than a plain script?
A: Because of the repair loop. In a script the conditions controlling it get scattered; as a graph each is a small named function, and we could verify the five settings genuinely differ rather than assume it.
Q: Thirteen steps — is that not over-engineered?
A: Four exist only because we added them. The rest map one-to-one onto AutoBench's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
LIKELY QUESTIONS
Q: What happens if it classifies wrong?
A: A combinational circuit treated as clocked gets a clock it does not need — harmless. The other way round is worse, but we never observed it.
Q: Why not just detect it from the description with a keyword?
A: That is roughly what AutoBench does. Asking the model is more robust to phrasing, and at this price there was no reason not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
LIKELY QUESTIONS
Q: Is this not circular — the AI testing its own circuit?
A: It would be if we marked against the generated circuit. We do not. Marking always uses the known-correct one, which the model never sees.
Q: Why not use the known-correct circuit throughout?
A: Then the model could read the answers out of it while writing the test. And you would no longer be testing the realistic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
LIKELY QUESTIONS
Q: What if the spec it extracts is wrong?
A: Then everything downstream is wrong, and it shows up as a failed run. We did not measure spec accuracy separately — a fair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
LIKELY QUESTIONS
Q: Why between five and ten? Did you try more?
A: We did not, and I would not defend the number as optimal. It was chosen to keep the testbench short enough to compile reliably. Raising it is in future work.
Q: Could more scenarios fix the mutant score?
A: That is our hypothesis, not a result. The measured facts are that better mutants moved the score one point and bigger circuits moved it forty-four.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
LIKELY QUESTIONS
Q: Why does only a third pass?
A: Hardest fifth of the benchmark, mostly clocked. On the strong model alone it is 49%, against AutoBench's 51.5%.
Q: Would a better prompt fix it?
A: Probably some of it. We froze the prompts before the experiments deliberately, so that tuning could not leak into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Nothing here produced a finding.
NOT ON SLIDE — how this differs from AutoBench, worth one sentence: theirs is a bigger split. Their Verilog only drives the circuit and dumps what it sees to a text file, and Python does the judging. Ours is self-checking — the Verilog prints PASS or FAIL itself.
Ours is simpler and closer to what engineers actually write. Theirs separates the stimulus from the checking, which in principle allows more thorough checking. We did not test which is better and I would not guess.
IF ASKED why the two run in parallel: both read the same inputs and neither needs the other's output. Nothing is executing at this point — both steps are writing files.
LIKELY QUESTIONS
Q: Why two tracks at all?
A: It is AutoBench's structure and we kept it. Ours carries less of the load because our testbench prints its own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
LIKELY QUESTIONS
Q: How much time does the parallelism actually save?
A: One model call's worth per run — roughly ten to fifteen seconds of a forty-second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
LIKELY QUESTIONS
Q: How do you know it is the models and not that your script is weaker than theirs?
A: Because the runs where ours never fired at all still compile at 90.7%, against their 55.5% without theirs. The baseline moved, not the fix.
Q: Would it still help on an older model?
A: Very likely, and that is the honest framing — the technique has a shelf life rather than being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THE TWO BOLD ROWS carry the argument. unobserved_output and missing_fdisplay are the ones nothing else can catch.
WHAT THIS DOES NOT DO — worth being clear if asked: it is not part of Eval0, 1 or 2. It runs before any of them, before anything is compiled or simulated. That earliness is the whole point — “early error localisation” in the title.
THE INFERENCE WORTH DRAWING, and it is the cleanest way to put the whole project: the checker detects 100% of these six in a controlled test, and in 280 real runs it found almost nothing. Both things being true means the real testbenches did not contain these mistakes. That is a statement about what current models produce, not about whether our tool works.
IF ASKED about coverage: the parser could only read 262 of 434 files. The rest use newer SystemVerilog syntax it does not support and fall back to a second parser that only checks validity. Real limitation, in the report. Worse, those unreadable files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
LIKELY QUESTIONS
Q: Why Pyverilog and not a commercial linter?
A: Free, scriptable, and gives an syntax tree we can query. A commercial linter would likely parse more files — that is the main limitation here.
Q: Why only six checks?
A: Seven were built. One was deleted for catching nothing and raising a false alarm. The six are the ones that survived measurement.
Q: Did you pick checks you knew would pass?
A: The opposite — we included two fault classes deliberately built to be undetectable, and we score zero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
LIKELY QUESTIONS
Q: Why use a model here rather than a template?
A: A template would probably do for the six we have. It exists so the layer generalises to findings we did not anticipate.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
LIKELY QUESTIONS
Q: Why cap at three attempts?
A: Cost, and diminishing returns — by attempt three we were seeing a different error every time rather than convergence.
Q: Did you try more?
A: No. AutoBench allows up to five restarts, so it is a fair thing to raise, and it is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
LIKELY QUESTIONS
Q: Is the control not just wasted compute?
A: It is 29% more tokens for no gain — which is precisely the finding. Without it we would have reported a win we cannot support.
Q: Whose idea was it?
A: Ours, after auditing our own earlier result and finding its apparent win came from a single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
LIKELY QUESTIONS
Q: Why Icarus and not a commercial simulator?
A: Free, standard, and what the prior work used, so the numbers sit on the same ground.
Q: Is three levels enough?
A: It is what AutoBench defined and we kept it for comparability. Eval2 turned out to be the weak one,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WHOSE MUTANTS — do not let this blur.
· ours: 5 per run, made by the cheap model. 440 generated, 437 valid.
· AutoBench's: 10 per problem, published with their paper, 1,525 in total.
· the table's two rows use different sets — 5 of ours, 10 of theirs.
THE KINDS WE ASK FOR — one line of logic, never a port:
· flip an operator      (+ becomes -, &amp; becomes |)
· invert a signal       (rst becomes !rst)
· change a constant     (4'b1111 becomes 4'b1110)
· swap two signals      (a and b exchanged)
THE LINK TO gen_scenarios
· eight scenarios is our own prompt instruction, not a model limit
· eight of 1,024 combinations is under 1% — the bug lives in the rest
· this is our best explanation, not a measured one. Say so.
WHAT WE DID MEASURE
· better mutants moved the score 1 point (96.7 to 97.4)
· different circuits moved it 44 points
· so it is the circuits, not the mutants
LIKELY QUESTIONS
Q: Are model-generated mutants realistic bugs?
A: Not necessarily, and we tested whether it mattered: regenerating them with a better model and their own prompt moved the score one point.
Q: Why five per run?
A: Cost. AutoBench publishes ten per problem and we score against those too, which is where the 20%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WAS DONE, if asked — it is a separate experiment, not part of a pipeline run. We took 14 testbenches already known to pass, injected one known fault at a time, and recorded whether each of three layers noticed: our checker, the compiler, and the simulator. Fully offline, no model involved, so it cost nothing.
That control is why we can say 100% — we chose exactly what went in, so we know exactly what should have come out.
NOT ON SLIDE: 215 faults across eight kinds.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compiling code, and injectors that cannot mutate cleanly decline — those cases are excluded from the denominator.
IF ASKED the difference between this and mutants: opposite directions. Mutants break the CIRCUIT to test whether the TESTBENCH notices — that is Eval2. Fault injection breaks the TESTBENCH to test whether OUR CHECKER notices.
This is the strongest slide in the talk. Take your time.
LIKELY QUESTIONS
Q: Only fourteen testbenches — is that enough?
A: Fourteen testbenches but 215 faults, and each fault class has its own denominator. The per-class rates are what matter, not the file count.
Q: Did you write the injectors to suit your checker?
A: That is exactly why the two negative controls are in there. We built faults our checker provably cannot see and reported scoring zero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DEFENDING 31.4% — the number they will pick on.
· it is pooled over both models; half our runs used a cheap model they never tested
· strong model alone is 49.2%, against their 51.5%. That is the like-for-like figure
· ours are the hardest fifth of their benchmark, 16 of 20 clocked — their own clocked figure is 37.1%
· so on comparable circuits with a comparable model we are level or ahead
· it is NOT caused by the scenario count — that affects Eval2, not Eval1
CLOCKED means the circuit has memory and a clock. Hard case for everyone: timing as well as values.
THE THREE Eval2 ROWS, read downwards
· 95% — our circuits, our 5 mutants each, raw count
· 67% — same testbenches, THEIR circuits. The 28-point fall is circuit difficulty
· 20% — their circuits AND their rule. Their rule counts a circuit as passed only if the testbench agrees with a reference testbench on 80% of copies
· only the bottom row compares like with like: 20 against their 26
WHY THEIR 44.8% IS NOT LOW — pre-empt this misreading
· it is their pass rate under that same 80% rule across all 156 problems
· nothing to do with display statements — that was their compile rate, a different metric
WHAT n=20 MEANS
· 20 circuits, so 20% is 4 of them
· at that size the true value could be anywhere from about 8% to 42%
· their 26% sits inside that. Neither of us is measurably ahead, and I do not claim it
LIKELY QUESTIONS
Q: So did you beat AutoBench?
A: No, and we do not claim to. Where the measures line up we are level, with a newer model on harder circuits. That is as far as the evidence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44 COMES FROM
· 12 of our circuits on the strong model
· the same 12 on the weak model
· 20 benchmark circuits on the weak model
· = 44 runs per setting, 220 across these three sweeps
· the fourth sweep ran only three of the five, so it is not in this table
WHAT EACH SETTING MAY DO
· baseline — one attempt, never repairs
· retry_only — always rewrites once, told nothing. The control
· compiler_only — rewrites only if it did not compile
· pyverilog_only — rewrites only if our checker complained
· hybrid — rewrites for any of those three reasons
WHY pyverilog_only IS LOWEST
· it repaired 0 times in all 44 runs — the checker never complained
· so it ran the same logic as baseline and should have scored the same
· 9 against baseline’s 12 is therefore luck. That is the noise floor
THE STATISTICS
· ours vs the control: McNemar p = 0.372, not significant
· control vs baseline: p = 1.000 — a blind extra attempt is worth nothing
· so any real gain must sit on the diagnosis, not the extra try
THIS SLIDE ANSWERS ‘which setting wins’. The next answers ‘what caused the repairs’. Say that as you move — they are easy to conflate.
LIKELY QUESTIONS
Q: Why not more repeats to tighten the numbers?
A: Budget. The whole project cost about sixteen dollars fifty; more repeats was the first thing we would spend on.
Q: Is n=44 not too small to conclude anything?
A: It is too small to conclude a win, which is why we do not claim one. It is large enough to measure the noise floor, which is what we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COUNTS REPAIRS. The last one counted circuits that worked. Different question, same experiment.
WHAT EACH TRIGGER MEANS
· simulation — it compiled and ran, but scenarios came out wrong. The failing scenario names go back to the model
· blind retry — no information at all. The control, always fires once by definition
· compiler — iverilog refused the file; the error text goes back
· static — our checker found a structural problem before anything ran
IF THEY SPOT THE 0 AND THE 1 — looks contradictory, is not:
· pyverilog_only repaired 0 times, in the three sweeps it ran in
· the one static-triggered repair was in hybrid, in the fourth sweep
· pyverilog_only was not in that fourth sweep at all
· both numbers are true and describe different runs
DID THE 79 SIMULATION REPAIRS HELP? The previous slide is the answer — hybrid is the only setting that can act on them and it leads, 18 against 12, but not significantly. And only 3 of those 18 came from a repair; the other 15 passed first time.
DISCLOSE BEFORE THEY FIND IT: hybrid is also the only setting with simulation feedback, so its lead cannot be credited to our checker. No simulation-only arm exists to separate them. It is in the report.
102 runs attempted a repair, 26 succeeded. About one in four.
LIKELY QUESTIONS
Q: So is static analysis useless?
A: Not in general. It costs essentially nothing, both findings we did get were real, and smaller or older models are untested. What we rule out is treating it as the primary defence against current frontier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
LIKELY QUESTIONS
Q: Could this reverse — will structural faults come back?
A: Plausibly, on larger designs or with smaller models. Both untested, both in future work.
Q: Is this not just saying your tool was pointless?
A: It says the tool works and the problem has moved. That is a finding about the field, and prior work could not have found it without a control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FIVE SETTINGS AS TWO SLIDES AGO, now priced. The Worked column is identical — same 44 runs each.
HOW TO READ IT
· compiler_only is the value winner: 7 points for 6% more tokens
· hybrid buys the top score at +50% tokens and +50% time, and is not significant
· pyverilog_only is 2% CHEAPER than baseline, because we skip the reasoning call when the report comes back clean — which it almost always did
PER RUN at the strong tier: about 7 cents baseline, 10 ours, 11 the control.
THE NUANCE WORTH SAYING OUT LOUD: our layer is nearly free and nearly useless against current models. Not in tension — free means there is little reason to remove it, in case a weaker or older model is the one generating.
LIKELY QUESTIONS
Q: Would this scale to a real design?
A: Unknown. Everything here is benchmark-sized. The cost per testbench is about ten cents, so scale is not the obstacle — circuit complexity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
LIKELY QUESTIONS
Q: Which question is the real contribution?
A: Two and three together. Two says the tool works; three says there is little left for it to find. Neither is worth much without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
LIKELY QUESTIONS
Q: What would you do differently?
A: Run a simulation-only arm to separate the two feedback sources, and use bigger circuits so the mutant score discriminates.
Q: What is the single most defensible thing here?
A: The control group. It changed our own conclusion, which is the point of having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written alongside</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for reading a testbench's output and deciding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comes from AutoBench's structure, where the Verilog drives the circuit and Python judges the result. It needs nothing from the testbench, so the two are generated at the same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in parallel</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generated alongside the testbench,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not after it</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carries less of the load than AutoBench's, because our testbench prints its own PASS and FAIL verdicts.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same idea was AutoBench's single biggest win: inserting missing display statements took their compile rate from 55% to 97%. Forty-two points. Ours does almost nothing, because the mistake stopped happening.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Nothing is simulated.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clocked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six checks, and what each one catches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catches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pin wired to the wrong name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width_mismatch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3-bit signal in a 4-bit port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undriven_input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input never given a 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unobserved_output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output nobody ever checks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missing_fdisplay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clocked output never printed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clock_never_toggled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 that never ticks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 — the next section shows how we measured it.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HOW WE TEST THE TESTBENCH</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Mutants — deliberately broken copies of the circuit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This is what Eval2 measures, and it is the number most often misread</a:t>
            </a:r>
            <a:endParaRPr lang="en-US" sz="1500" dirty="0"/>
          </a:p>
        </p:txBody>
      </p:sp>
      <p:sp>
        <p:nvSpPr>
          <p:cNvPr id="5" name="Shape 3"/>
          <p:cNvSpPr/>
          <p:nvPr/>
        </p:nvSpPr>
        <p:spPr>
          <a:xfrm>
            <a:off x="640080"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10896"/>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How we make them</a:t>
            </a:r>
            <a:endParaRPr lang="en-US" sz="1800" dirty="0"/>
          </a:p>
        </p:txBody>
      </p:sp>
      <p:sp>
        <p:nvSpPr>
          <p:cNvPr id="7" name="Text 5"/>
          <p:cNvSpPr txBox="1"/>
          <p:nvPr/>
        </p:nvSpPr>
        <p:spPr>
          <a:xfrm>
            <a:off x="877824"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Five per run. We ask the cheap model to change exactly one line of logic in the circuit — flip an operator, invert a signal, alter a constant. It must still compile, and no ports may change.</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copy that will not compile is a bad mutation, not a testbench failure, so it is dropped from both sides of the score.</a:t>
            </a:r>
            <a:endParaRPr lang="en-US" sz="1400" dirty="0"/>
          </a:p>
        </p:txBody>
      </p:sp>
      <p:sp>
        <p:nvSpPr>
          <p:cNvPr id="8" name="Shape 6"/>
          <p:cNvSpPr/>
          <p:nvPr/>
        </p:nvSpPr>
        <p:spPr>
          <a:xfrm>
            <a:off x="6323076"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10896"/>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How a testbench scores</a:t>
            </a:r>
            <a:endParaRPr lang="en-US" sz="1800" dirty="0"/>
          </a:p>
        </p:txBody>
      </p:sp>
      <p:sp>
        <p:nvSpPr>
          <p:cNvPr id="10" name="Text 8"/>
          <p:cNvSpPr txBox="1"/>
          <p:nvPr/>
        </p:nvSpPr>
        <p:spPr>
          <a:xfrm>
            <a:off x="6560820"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We run the same testbench against each broken copy. It catches one if any of its scenarios behaves differently than it did on the good circuit.</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If none of them happens to exercise the situation where that bug shows up, the testbench sees no difference and reports PASS. The mutant escapes.</a:t>
            </a:r>
            <a:endParaRPr lang="en-US" sz="1400" dirty="0"/>
          </a:p>
        </p:txBody>
      </p:sp>
      <p:sp>
        <p:nvSpPr>
          <p:cNvPr id="11" name="Text 9"/>
          <p:cNvSpPr txBox="1"/>
          <p:nvPr/>
        </p:nvSpPr>
        <p:spPr>
          <a:xfrm>
            <a:off x="640080" y="4142232"/>
            <a:ext cx="10908792" cy="365760"/>
          </a:xfrm>
          <a:prstGeom prst="rect">
            <a:avLst/>
          </a:prstGeom>
          <a:noFill/>
          <a:ln/>
        </p:spPr>
        <p:txBody>
          <a:bodyPr wrap="square" lIns="0" tIns="0" rIns="0" bIns="0" rtlCol="0" anchor="ctr"/>
          <a:lstStyle/>
          <a:p>
            <a:pPr algn="ctr" indent="0" marL="0">
              <a:buNone/>
            </a:pPr>
            <a:r>
              <a:rPr lang="en-US" sz="1900" b="1" dirty="0">
                <a:solidFill>
                  <a:srgbClr val="0B0B0B"/>
                </a:solidFill>
                <a:latin typeface="Cambria" pitchFamily="34" charset="0"/>
                <a:ea typeface="Cambria" pitchFamily="34" charset="-122"/>
                <a:cs typeface="Cambria" pitchFamily="34" charset="-120"/>
              </a:rPr>
              <a:t>Which is why circuit size decides the score, not testbench quality</a:t>
            </a:r>
            <a:endParaRPr lang="en-US" sz="1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463040" y="4544568"/>
          <a:ext cx="9262872" cy="914400"/>
        </p:xfrm>
        <a:graphic>
          <a:graphicData uri="http://schemas.openxmlformats.org/drawingml/2006/table">
            <a:tbl>
              <a:tblPr/>
              <a:tblGrid>
                <a:gridCol w="3200400"/>
                <a:gridCol w="2286000"/>
                <a:gridCol w="2103120"/>
                <a:gridCol w="167335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Input combinations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8 scenarios cover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Caught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dff  — one input bit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2A78D6"/>
                          </a:solidFill>
                          <a:latin typeface="Calibri" pitchFamily="34" charset="0"/>
                          <a:ea typeface="Calibri" pitchFamily="34" charset="-122"/>
                          <a:cs typeface="Calibri" pitchFamily="34" charset="-120"/>
                        </a:rPr>
                        <a:t>all of them</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5 of our 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Prob081_7458  — ten input bits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EB6834"/>
                          </a:solidFill>
                          <a:latin typeface="Calibri" pitchFamily="34" charset="0"/>
                          <a:ea typeface="Calibri" pitchFamily="34" charset="-122"/>
                          <a:cs typeface="Calibri" pitchFamily="34" charset="-120"/>
                        </a:rPr>
                        <a:t>under 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2 of AutoBench's 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1463040" y="6217920"/>
            <a:ext cx="9262872" cy="457200"/>
          </a:xfrm>
          <a:prstGeom prst="rect">
            <a:avLst/>
          </a:prstGeom>
          <a:noFill/>
          <a:ln/>
        </p:spPr>
        <p:txBody>
          <a:bodyPr wrap="square" lIns="0" tIns="0" rIns="0" bIns="0" rtlCol="0" anchor="ctr"/>
          <a:lstStyle/>
          <a:p>
            <a:pPr algn="ctr" indent="0" marL="0">
              <a:buNone/>
            </a:pPr>
            <a:r>
              <a:rPr lang="en-US" sz="1400" b="1" dirty="0">
                <a:solidFill>
                  <a:srgbClr val="0B0B0B"/>
                </a:solidFill>
                <a:latin typeface="Calibri" pitchFamily="34" charset="0"/>
                <a:ea typeface="Calibri" pitchFamily="34" charset="-122"/>
                <a:cs typeface="Calibri" pitchFamily="34" charset="-120"/>
              </a:rPr>
              <a:t>A one-bit flip-flop has nowhere for a bug to hide, so almost any testbench catches everything. That is why we report our 95% as a limitation.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005840"/>
                <a:gridCol w="4114800"/>
                <a:gridCol w="2148840"/>
                <a:gridCol w="2011680"/>
                <a:gridCol w="162763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  ·  98.7% strong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theirs used one good model throughout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on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  ·  49.2% strong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compare strong to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catches broken copies — our circuits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EB6834"/>
                          </a:solidFill>
                          <a:latin typeface="Calibri" pitchFamily="34" charset="0"/>
                          <a:ea typeface="Calibri" pitchFamily="34" charset="-122"/>
                          <a:cs typeface="Calibri" pitchFamily="34" charset="-120"/>
                        </a:rPr>
                        <a:t>our circuits are too small to hide a bug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same testbenches on THEIR circuits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harder circuits cost ~28 points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…their circuits AND their stricter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their rule needs 80% agreement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532120"/>
            <a:ext cx="10908792" cy="868680"/>
          </a:xfrm>
          <a:prstGeom prst="roundRect">
            <a:avLst>
              <a:gd name="adj" fmla="val 84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5650992"/>
            <a:ext cx="10433304" cy="658368"/>
          </a:xfrm>
          <a:prstGeom prst="rect">
            <a:avLst/>
          </a:prstGeom>
          <a:noFill/>
          <a:ln/>
        </p:spPr>
        <p:txBody>
          <a:bodyPr wrap="square" lIns="0" tIns="0" rIns="0" bIns="0" rtlCol="0" anchor="ctr"/>
          <a:lstStyle/>
          <a:p>
            <a:pPr indent="0" marL="0">
              <a:lnSpc>
                <a:spcPct val="115000"/>
              </a:lnSpc>
              <a:buNone/>
            </a:pPr>
            <a:r>
              <a:rPr lang="en-US" sz="1400" b="1" dirty="0">
                <a:solidFill>
                  <a:srgbClr val="EB6834"/>
                </a:solidFill>
                <a:latin typeface="Calibri" pitchFamily="34" charset="0"/>
                <a:ea typeface="Calibri" pitchFamily="34" charset="-122"/>
                <a:cs typeface="Calibri" pitchFamily="34" charset="-120"/>
              </a:rPr>
              <a:t>Read the three Eval2 rows downwards.  </a:t>
            </a:r>
            <a:pPr indent="0" marL="0">
              <a:lnSpc>
                <a:spcPct val="115000"/>
              </a:lnSpc>
              <a:buNone/>
            </a:pPr>
            <a:r>
              <a:rPr lang="en-US" sz="1400" dirty="0">
                <a:solidFill>
                  <a:srgbClr val="0B0B0B"/>
                </a:solidFill>
                <a:latin typeface="Calibri" pitchFamily="34" charset="0"/>
                <a:ea typeface="Calibri" pitchFamily="34" charset="-122"/>
                <a:cs typeface="Calibri" pitchFamily="34" charset="-120"/>
              </a:rPr>
              <a:t>95 to 67 is the circuits getting harder. 67 to 20 is their stricter rule, not our testbenches getting worse. Only the bottom row compares like with like — and every like-for-like row is level.</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2026-09-24T10:56:52Z</dcterms:created>
  <dcterms:modified xsi:type="dcterms:W3CDTF">2026-09-24T10:56:52Z</dcterms:modified>
</cp:coreProperties>
</file>