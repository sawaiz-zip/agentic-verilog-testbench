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how this differs from AutoBench. Theirs is a bigger split: their Verilog only drives the circuit and dumps to a text file, and Python does all the judging. Ours is self-checking — the Verilog decides PASS or FAIL itself.
Ours is simpler and closer to what engineers write. Theirs separates the stimulus from the checking, which in principle allows more thorough checking. We did not test which is better, and I would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IF ASKED about coverage: the parser could only read 262 of 434 files. The rest use newer SystemVerilog syntax it does not support and fall back to a second parser that only checks validity. Real limitation, in the report. Worse, those unreadable files are not a random sample — they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215 faults, eight kinds, injected into testbenches that already passed.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legal code, and injectors that cannot mutate cleanly decline — those cases are excluded from the denominator.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pilot behind the Eval2 claim was pre-registered: we wrote down the criteria before generating anything. Better broken copies moved the score one point; different circuits moved it forty-four.
IF ASKED about sample size: 20 circuits, so the interval on that 20% runs roughly 8 to 42 percent. Their 26 sits inside it. No ranking is established in either direction, and I would not claim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second opinion, in Python</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a small Python programme that can read the testbench's output and decide pass or fail independently.</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separates deciding the verdict from producing the output — a second, independent way to judge the same run.</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output it reads — one line per scenario</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FAIL: normal_increment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PASS: reset_to_zero</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PASS: wrap_around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FAIL: increment_from_zero_to_five</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runs in parallel</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alongside the testbench —</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neither waits for the other</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does less work than AutoBench's, because our testbench already judges itself.</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a real finding — Prob150, where the AI invented a clock pin</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error_type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affected_signal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found by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reading the code, before running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2026-09-24T01:35:44Z</dcterms:created>
  <dcterms:modified xsi:type="dcterms:W3CDTF">2026-09-24T01:35:44Z</dcterms:modified>
</cp:coreProperties>
</file>