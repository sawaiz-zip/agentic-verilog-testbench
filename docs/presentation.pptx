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in the code and an examiner could find it. The generated checker is written, stored in every result record, and never executed. Evaluation parses the PASS and FAIL lines with a hand-written function, not this.
WHY IT IS STILL THERE: we took the two-track design from AutoBench, then made the testbench self-checking, which made the Python track redundant. We left it in rather than remove it.
IF ASKED which design is better: theirs separates the stimulus from the checking, which in principle allows more thorough checking; ours is simpler and closer to what engineers write. We did not test which is better, and I would not guess.
IF ASKED why they run in parallel: both read the same inputs and neither needs the other's output, so overlapping them saves wall-clock time. Nothing is running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IF ASKED about coverage: the parser could only read 262 of 434 files. The rest use newer SystemVerilog syntax it does not support and fall back to a second parser that only checks validity. Real limitation, in the report. Worse, those unreadable files are not a random sample — they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215 faults, eight kinds, injected into testbenches that already passed.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legal code, and injectors that cannot mutate cleanly decline — those cases are excluded from the denominator.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pilot behind the Eval2 claim was pre-registered: we wrote down the criteria before generating anything. Better broken copies moved the score one point; different circuits moved it forty-four.
IF ASKED about sample size: 20 circuits, so the interval on that 20% runs roughly 8 to 42 percent. Their 26 sits inside it. No ranking is established in either direction, and I would not claim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 inherited, and unused</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that could read the testbench's output and decide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AutoBench splits the work this way: their Verilog only drives the circuit and dumps what it sees, and Python does all the judging. We copied the structure — then made our testbench judge itself, which left this track with nothing to do.</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never run</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generated checker is stored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with each run and not executed</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 testbench decides PASS or FAIL itself, so evaluation reads those lines directly. We report this as dead weight rather than a second opinion.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a real finding — Prob150, where the AI invented a clock pin</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error_type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affected_signal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found by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reading the code, before running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2026-09-24T01:54:26Z</dcterms:created>
  <dcterms:modified xsi:type="dcterms:W3CDTF">2026-09-24T01:54:26Z</dcterms:modified>
</cp:coreProperties>
</file>