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NOT ON SLIDE — mention it, it shows you read the paper properly: they have one thing we do not. They check that every scenario they planned actually made it into the generated testbench, retrying up to three times. We have no equivalent, and it is in our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Nothing here produced a finding.
NOT ON SLIDE — how this differs from AutoBench, worth one sentence: theirs is a bigger split. Their Verilog only drives the circuit and dumps what it sees to a text file, and Python does the judging. Ours is self-checking — the Verilog prints PASS or FAIL itself.
Ours is simpler and closer to what engineers actually write. Theirs separates the stimulus from the checking, which in principle allows more thorough checking. We did not test which is better and I would not guess.
IF ASKED why the two run in parallel: both read the same inputs and neither needs the other's output. Nothing is executing at this point — both steps are writing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THE TWO BOLD ROWS carry the argument. unobserved_output and missing_fdisplay are the ones nothing else can catch.
WHAT THIS DOES NOT DO — worth being clear if asked: it is not part of Eval0, 1 or 2. It runs before any of them, before anything is compiled or simulated. That earliness is the whole point — “early error localisation” in the title.
THE INFERENCE WORTH DRAWING, and it is the cleanest way to put the whole project: the checker detects 100% of these six in a controlled test, and in 280 real runs it found almost nothing. Both things being true means the real testbenches did not contain these mistakes. That is a statement about what current models produce, not about whether our tool works.
IF ASKED about coverage: the parser could only read 262 of 434 files. The rest use newer SystemVerilog syntax it does not support and fall back to a second parser that only checks validity. Real limitation, in the report. Worse, those unreadable files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215 faults, eight kinds, injected into testbenches that already passed.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legal code, and injectors that cannot mutate cleanly decline — those cases are excluded from the denominator.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pilot behind the Eval2 claim was pre-registered: we wrote down the criteria before generating anything. Better broken copies moved the score one point; different circuits moved it forty-four.
IF ASKED about sample size: 20 circuits, so the interval on that 20% runs roughly 8 to 42 percent. Their 26 sits inside it. No ranking is established in either direction, and I would not claim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44 is 12 of our circuits on the strong model, the same 12 on the weak one, and 20 benchmark circuits — so 44 runs per setting, 220 in these three sweeps.
The statistics: ours versus the control is McNemar p = 0.372. The control versus plain is p = 1.000, which is the useful one — a blind extra attempt is worth nothing, so any real gain has to sit on the diagnosis.
IF ASKED about the noise floor: those two settings ran identical logic because our checker never fired, and still landed three circuits apart. That is the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THIS BEFORE THEY FIND IT: our full version is also the only setting that can act on simulation feedback, which drove 79 of the 90 informed repairs. So its lead cannot be credited to our checker, and there is no simulation-only arm to separate them. That is a gap in our design and it is in the report. Volunteering it reads as confidence; being caught on it does not.
NOT ON SLIDE: 102 runs attempted a repair and 26 succeeded, about one in four.
Do not apologise here. It is a discovery,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per run at the strong tier it is about 7 cents for plain, 10 for ours, 11 for the control.
THE NUANCE WORTH SAYING: our layer is nearly free and nearly useless against current models. Those are not in tension — free means there is little reason to remove it, in case a weaker or older model is the one 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Python checker, written alongside</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same spec and scenarios as the previous step and writes a small Python programme for reading a testbench's output and deciding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comes from AutoBench's structure, where the Verilog drives the circuit and Python judges the result. It needs nothing from the testbench, so the two are generated at the same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it runs beside gen_driver, not after it — neither needs the other</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spec + scenarios</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gen_driver   →  testbench.v</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gen_checker  →  checker.py</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in parallel</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generated alongside the testbench,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not after it</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Ours carries less of the load than AutoBench's, because our testbench prints its own PASS and FAIL verdicts.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Nothing is simulated.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clocked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six checks, and what each one catches</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catches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pin wired to the wrong name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width_mismatch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3-bit signal in a 4-bit port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undriven_input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input never given a 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unobserved_output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output nobody ever checks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missing_fdisplay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clocked output never printed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clock_never_toggled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 that never ticks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 — the next section shows how we measured it.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188720"/>
                <a:gridCol w="3977640"/>
                <a:gridCol w="1371600"/>
                <a:gridCol w="2468880"/>
                <a:gridCol w="190195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Read it as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the testbench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98.7% on our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against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ours are mostly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catch deliberately broken copies?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NOT comparable — different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52514E"/>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…scored under AutoBench's own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no ranking at n=20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809744"/>
            <a:ext cx="4768596" cy="292608"/>
          </a:xfrm>
          <a:prstGeom prst="rect">
            <a:avLst/>
          </a:prstGeom>
          <a:noFill/>
          <a:ln/>
        </p:spPr>
        <p:txBody>
          <a:bodyPr wrap="square" lIns="0" tIns="0" rIns="0" bIns="0" rtlCol="0" anchor="ctr"/>
          <a:lstStyle/>
          <a:p>
            <a:pPr indent="0" marL="0">
              <a:buNone/>
            </a:pPr>
            <a:r>
              <a:rPr lang="en-US" sz="1300" b="1" spc="110" kern="0" dirty="0">
                <a:solidFill>
                  <a:srgbClr val="EB6834"/>
                </a:solidFill>
                <a:latin typeface="Calibri" pitchFamily="34" charset="0"/>
                <a:ea typeface="Calibri" pitchFamily="34" charset="-122"/>
                <a:cs typeface="Calibri" pitchFamily="34" charset="-120"/>
              </a:rPr>
              <a:t>Why our Eval2 is not a win</a:t>
            </a:r>
            <a:endParaRPr lang="en-US" sz="1300" dirty="0"/>
          </a:p>
        </p:txBody>
      </p:sp>
      <p:sp>
        <p:nvSpPr>
          <p:cNvPr id="8" name="Text 5"/>
          <p:cNvSpPr txBox="1"/>
          <p:nvPr/>
        </p:nvSpPr>
        <p:spPr>
          <a:xfrm>
            <a:off x="877824"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95% is a ceiling — our own test circuits are too small for a bug to hide in. We checked: better broken copies moved the score one point, bigger circuits moved it forty-four. So it measures our choice of circuits, not our testbenches.</a:t>
            </a:r>
            <a:endParaRPr lang="en-US" sz="1300" dirty="0"/>
          </a:p>
        </p:txBody>
      </p:sp>
      <p:sp>
        <p:nvSpPr>
          <p:cNvPr id="9" name="Shape 6"/>
          <p:cNvSpPr/>
          <p:nvPr/>
        </p:nvSpPr>
        <p:spPr>
          <a:xfrm>
            <a:off x="6323076"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809744"/>
            <a:ext cx="4768596" cy="292608"/>
          </a:xfrm>
          <a:prstGeom prst="rect">
            <a:avLst/>
          </a:prstGeom>
          <a:noFill/>
          <a:ln/>
        </p:spPr>
        <p:txBody>
          <a:bodyPr wrap="square" lIns="0" tIns="0" rIns="0" bIns="0" rtlCol="0" anchor="ctr"/>
          <a:lstStyle/>
          <a:p>
            <a:pPr indent="0" marL="0">
              <a:buNone/>
            </a:pPr>
            <a:r>
              <a:rPr lang="en-US" sz="1300" b="1" spc="110" kern="0" dirty="0">
                <a:solidFill>
                  <a:srgbClr val="2A78D6"/>
                </a:solidFill>
                <a:latin typeface="Calibri" pitchFamily="34" charset="0"/>
                <a:ea typeface="Calibri" pitchFamily="34" charset="-122"/>
                <a:cs typeface="Calibri" pitchFamily="34" charset="-120"/>
              </a:rPr>
              <a:t>Why the rest is a fair comparison</a:t>
            </a:r>
            <a:endParaRPr lang="en-US" sz="1300" dirty="0"/>
          </a:p>
        </p:txBody>
      </p:sp>
      <p:sp>
        <p:nvSpPr>
          <p:cNvPr id="11" name="Text 8"/>
          <p:cNvSpPr txBox="1"/>
          <p:nvPr/>
        </p:nvSpPr>
        <p:spPr>
          <a:xfrm>
            <a:off x="6560820"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Our 20 benchmark circuits are the hardest fifth of theirs, and three quarters are clocked — the hard case. Where the measures line up we are in the same range, with a newer model, on harder circuits.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2026-09-24T02:24:17Z</dcterms:created>
  <dcterms:modified xsi:type="dcterms:W3CDTF">2026-09-24T02:24:17Z</dcterms:modified>
</cp:coreProperties>
</file>